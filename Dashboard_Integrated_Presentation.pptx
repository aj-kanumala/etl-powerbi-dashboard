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1E6AE6-71F4-552A-09F8-7F4D4E21A227}" v="16" dt="2024-11-11T19:02:13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/>
    <p:restoredTop sz="94647"/>
  </p:normalViewPr>
  <p:slideViewPr>
    <p:cSldViewPr snapToGrid="0" snapToObjects="1">
      <p:cViewPr varScale="1">
        <p:scale>
          <a:sx n="120" d="100"/>
          <a:sy n="120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4343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2954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9693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3185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c8e323f9-09af-4fc9-ab52-4693279f1955}">
  <we:reference id="WA200003233" version="2.0.0.3" store="en-001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91WbU/bMBD+K8j7wCZFKC/tkvINCkhoMCGY+DJV6BJfUoMbR7bTtav633d2WiiwN02wwSpViu/O9/LccycvGBemkTD/CBNku2xfqZsJ6JutiAWs7mSYYC9KUow5T7IoCrGXAGlVY4WqDdtdMAu6QnspTAvSOSLh51HAQMozqNypBGkwYA1qo2qQ4it2xqSyusVlwHDWSKXBubywYNG5nZI5nSmFaCehiFBYMcULLGwn5Xma9CLg4SAt35eDNAkhJDPTGfjMvmviXPvwQ1VbEDWFcTJIE4wHGcQDTNIoico487alkHZlks8PZ42m6qjmeePAGVKuldKiAMl8FRpNl/SCDZVsJ/7r8J78QrW6wHMsvaq2ws7J08UY0UZsSWCcaUVQeekRFEIKQkRprxqrL0ONFJSz3XAZ3Oaxx6dQFyR9mMReVWmswK6Oh0+e4ZurfSEl5BKvCE/TSmu8yVFbrxoVP058RBIj6kquiHDXk09dPYVsDaGOvEtxOAZtHenya+qu6wU5UJqj3p/7dhwIveZFHDyo5mVAsBytGUw3rzc4uqJQV8fTc2a0dOq03xuUGfZKTGPg2fssi9J/Tu4DAVWtjDAvlNoTUbcWzRUtMlX4xO53NfoDYkvaN8MH5FaTXL1shv8GEn+P35u0GfkWiGos6W/dZYNyjRPF42DhFBofwjvbubvt9KYgt8e8w2nSgBZmjdr69EHUrrUBO8HSPg/1z9fJnwjiRceaS5CtI8x2TuwydquAbbJ1ONOFCVpwpVENbG9avV3V9qhN79jI9aWb8rtsT2+vLzZmyjxPhwJWQDFG7gs6tjjp4giOzonA19uIgE2dbsUveiywW5PbxZsUGKeQ8X4Sh2WCSS8b5J6mP1sSFmc2V7P768B564dxnvejIudpGBb9NCz7vV+u8f9rgVbQVvi6F6Vnz2YFNM/0gnYfqrWmgQLPoEZfTdP59mPihxVqjnw9uD+gqn9vr7cF/b4B/Fh1n+cLAAA=&quot;"/>
    <we:property name="creatorSessionId" value="&quot;d55394f3-cd36-4491-810d-28c35f5c5a8b&quot;"/>
    <we:property name="creatorTenantId" value="&quot;5cdc5b43-d7be-4caa-8173-729e3b0a62d9&quot;"/>
    <we:property name="creatorUserId" value="&quot;10032002EA4833CA&quot;"/>
    <we:property name="datasetId" value="&quot;99ea59fd-abd0-46d8-8e6a-995a2ca7ee7b&quot;"/>
    <we:property name="embedUrl" value="&quot;/reportEmbed?reportId=23d7f956-3165-4a71-9c99-a311032a0c22&amp;config=eyJjbHVzdGVyVXJsIjoiaHR0cHM6Ly9XQUJJLVVTLU5PUlRILUNFTlRSQUwtSC1QUklNQVJZLXJlZGlyZWN0LmFuYWx5c2lzLndpbmRvd3MubmV0IiwiZW1iZWRGZWF0dXJlcyI6eyJ1c2FnZU1ldHJpY3NWTmV4dCI6dHJ1ZX19&amp;disableSensitivityBanner=true&amp;storytellingChangeViewModeShortcutKeys=true&quot;"/>
    <we:property name="initialStateBookmark" value="&quot;H4sIAAAAAAAAA91Wy27bMBD8lYK9GoUediT7ZjvOJc0DcZFLYBgraSUzoUmBpFy7gf69S8ppHi2aoghatyeTy9Xu7MyY4D0ruKkF7M5hjWzEJkrdrUHfvQtZj8l97OLi9Gx8dbo8H5/NKKxqy5U0bHTPLOgK7TU3DQhXgYI3ix4DIS6hcrsShMEeq1EbJUHwL9gl05HVDbY9httaKA2u5NyCRVd2Q+m0p97hh5g6Qm75BueY2y5aZEncD6EIhkl5VA6TOICA0kyX4JH9MMWV9u2nSlrgktq4GCQxRsMUoiHGSRiHZZT63JILu0/JdrNtrWk6mnlXO1amhLVSmucgmJ9Co+lA37OpEs3ar2bP4nPV6ByvsPRH0nK7o0rzFaINWUtkXGpFVPnoCeRccGJEaX+0Up+nGqlpwUZB2/uGY1xsQOYUfQliXFUaK7D77ezNEb5fTrgQkAlcEp+mEdb4lJNG7oWKvge+oIjhshJ7Izxq8qmbJxeNIdax6CBOV6CtM112S+o6LaiA0gXqyc7Lccz1gy+i3otpDoOCdvHgYPry9olH9xbq5nh7zyxad5wM+sMyxX6JSQRFepSmYfLXzX3MoZLKcHOg1l5z2Vg0S7rIVO6BPVc1/A1jC7pvpi/MrdaZOmyH/wITf87fT23TuTvOMUogLQZxFJQxxv10mLlCP1XC4tZmavucc1dtEERZNgjzrEiCIB8kQTnov/pf+b9cWkFT4b/txrb1Yj5OwNZIzxS3UI01NeR4CRL9NHVXm6PPI/1AFo4pv9bu9yMn6TuirkE0jiP/qGG+CXHH6fZ/5QP31GEelgf3FervH2J1CQAA&quot;"/>
    <we:property name="isFiltersActionButtonVisible" value="true"/>
    <we:property name="isVisualContainerHeaderHidden" value="false"/>
    <we:property name="pageDisplayName" value="&quot;Diagnosis&quot;"/>
    <we:property name="pageName" value="&quot;db7341ad097f6f9730a0&quot;"/>
    <we:property name="reportEmbeddedTime" value="&quot;2024-11-11T18:49:02.039Z&quot;"/>
    <we:property name="reportName" value="&quot;CareAndPrepare_sample&quot;"/>
    <we:property name="reportState" value="&quot;CONNECTED&quot;"/>
    <we:property name="reportUrl" value="&quot;/links/fha8cSn_FC?ctid=5cdc5b43-d7be-4caa-8173-729e3b0a62d9&amp;bookmarkGuid=d20604b5-d313-438f-90cd-d3fea148116c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26e1c40-af83-4203-9564-d12fc33486b3}">
  <we:reference id="WA200003233" version="2.0.0.3" store="en-001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XbU/bMBD+K5M1iU2KUNI0acs36NiEBqiCiS9ThS7xuTW4ceQ4jA71v+/sNLwW+AIrSFSqFJ8v9/Lccxf7inFZlQrmhzBDtsV2tD6fgTn/FLGAFY2s24MkD0XcTaKId8JBJw8T2tWllbqo2NYVs2AmaE9kVYNyhkj4m3HATq8PKcZ5nGLahTyM2ThgoNQIJk5HgKowYCWaSheg5F9sTNCWNTUuAoaXpdIGnKNjCxadswtSpzUFFm3GFAfkVl7gMeZ2Ke2kQvSgm3MIRQKQdDpIalWj4ONdqeJMe/dDXViQBblxsixORa/fTSOeiCwUOR/EoZMLqWyrMt+9LA3lTEjMSwfZkGKdaCNzUMxnYbBqgr5iQ63qmX/avSM/1rXJ8QiF3yqstHOydDxFtBFbEBgjowkqL/2BBUfjpVP9Z2iQ/HG2FS6C6xC2+QUUOUnv+9+eTAxOwC6Xuy8e3F5R1cb5Ph2B5J/99ve6WNYnehj0mCSVLCZqWf+bUvxqclFUjeEUjHW0y86okg53eksbgmFn7qH/Jk3LgU5wL/z157wYt0ylt85ucXFJlSaHF+XGeOF2YjEQnKf9DopujFHazTB6lr/rI88tZt/glzxF9LX12rO0LeUbZ+1jYK+NrDhIBrwfRfSt4WEUZr1c9JyVJ2G2eGkzfXkXZWdt5Rdo3aP7AIy0oE7d96yu3ugIXxHkk934/lvhuYz/X0s8iGTs8ZaTqaK/9e2AqkWKnHKwcACl9+Mtbt4z4ZSqnBzs8QauWUkKVQteu/opC1fMgO2jsK+I61Gbxr6kNmzIcgKqdjzZoMOnkcg3SNOBTuoztOBSdGfKoa4Le6iLw1qpLyuT/crGrlRNi9+EfXBt5OpWL1WvWLSA5ZBPkfvM9izOGmeSo7Mk8V2XJWAXbmfJOjoPs6XC9SQPI5EBj7kIo0T0+2mapenH7P04Pr/54/Oq8bvwlL6BjmYSXXjdg65tVUKOIyjQh1A2lnx/+1EDdMDh7dh5pL38RZh5J1Q4mSl85gV3PW4nJP3+AeTuwPXGDwAA&quot;"/>
    <we:property name="creatorSessionId" value="&quot;60ae759f-eb5c-4cb1-9cab-31d67b8ebdb7&quot;"/>
    <we:property name="creatorTenantId" value="&quot;5cdc5b43-d7be-4caa-8173-729e3b0a62d9&quot;"/>
    <we:property name="creatorUserId" value="&quot;10032002EA4833CA&quot;"/>
    <we:property name="datasetId" value="&quot;99ea59fd-abd0-46d8-8e6a-995a2ca7ee7b&quot;"/>
    <we:property name="embedUrl" value="&quot;/reportEmbed?reportId=23d7f956-3165-4a71-9c99-a311032a0c22&amp;config=eyJjbHVzdGVyVXJsIjoiaHR0cHM6Ly9XQUJJLVVTLU5PUlRILUNFTlRSQUwtSC1QUklNQVJZLXJlZGlyZWN0LmFuYWx5c2lzLndpbmRvd3MubmV0IiwiZW1iZWRGZWF0dXJlcyI6eyJ1c2FnZU1ldHJpY3NWTmV4dCI6dHJ1ZX19&amp;disableSensitivityBanner=true&amp;storytellingChangeViewModeShortcutKeys=true&quot;"/>
    <we:property name="initialStateBookmark" value="&quot;H4sIAAAAAAAAA+1XTW/bMAz9K4OwYzDYcewkvaVZNgxd26AZehmCgrYoV61iGbLcJSvy30vJ7vqVJZdi6YCeLD1R5CP5ZFu3jMuqVLA6gQWyA3ao9fUCzPWHkHVY0WKnp0fHo7Oji5PR8YRgXVqpi4od3DILJkd7LqsalPNA4M95h4FSU8jdTICqsMNKNJUuQMnf2BjTkjU1rjsMl6XSBpzLmQWLzu0NmdOcYoefIooImZU3OMPMtmg3EaIPvYxDIGKAuNtFMqsaA89so4lz7cOPdWFBFhTGYWmUiP6gl4Q8FmkgMj6MAocLqey9yWqyLA1lRzmvSleVMXHNtZEZKOazMFg1pG/ZWKt64UeTJ/hM1ybDMxR+qbDSrsjT7BLRhmxNxZgaTaXy6FcsOBqPXupfY4MUj7ODYN35Q2HEb6DICH0ef5TnBnOw7XTy6uS+FVVtXOyLKUj+0S9/qYu2P+FL0nNCKlnkqu3/Qyt+NLko6sb4Eox1AkuvqJOu7rRLGyrD4cqX/rM09xrodp7R33/O6/m9UmnX1SMttlJpcnhVbczXbiUSQ8F5Muii6EUYJr0Uw5363Z94Hin7oX7xNqHv7aztlG0p37hq/1bsvYkVh/GQD8Iw6sU8CIO0n4m+87K1zBaXNtXLp1V23jhgtz+ABKMsSjDpQRZEe391H4ORFtSF+57V1Rt9hW8gufU0/v9HYVfG/+5IvGDSHI0gFCnwiIsgjMVgkCRpkryL+f1/5M3/j2zUs5f0Q+nYAumu4Aa6tlUJGU6hQE+hbDxJ9HYkHaAvBm/Hxj2/SzoATZfOQdWuQf5mwXwQapxMFe7Y4O4bzNPy7O4A5XchkPoMAAA=&quot;"/>
    <we:property name="isFiltersActionButtonVisible" value="true"/>
    <we:property name="isVisualContainerHeaderHidden" value="false"/>
    <we:property name="pageDisplayName" value="&quot;Insurance_Paid$ analysis&quot;"/>
    <we:property name="pageName" value="&quot;126ff7a4cda0f5aa522e&quot;"/>
    <we:property name="reportEmbeddedTime" value="&quot;2024-11-11T18:54:38.732Z&quot;"/>
    <we:property name="reportName" value="&quot;CareAndPrepare_sample&quot;"/>
    <we:property name="reportState" value="&quot;CONNECTED&quot;"/>
    <we:property name="reportUrl" value="&quot;/links/fha8cSn_FC?ctid=5cdc5b43-d7be-4caa-8173-729e3b0a62d9&amp;bookmarkGuid=910c773c-610f-4c1e-9234-1d10daf45095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48bce319-d043-452c-8a80-99e8fa113ef6}">
  <we:reference id="WA200003233" version="2.0.0.3" store="en-001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81U32vbMBD+V4bYoxl23Dpp3lI3K4MxwjL6MsI4y2dHrSwZSc7qhfzvO0ku60rpXso2v1i6O9/33Y/PR1YL20sYP0GHbMkutb7rwNy9yVjCVLTNcL5I00WNFc7zKs2hKgry6t4JrSxbHpkD06K7EXYA6ROR8esuYSDlBlp/a0BaTFiPxmoFUvzAGEwuZwY8JQzve6kN+JRbBw592gOF050oZO9yQgTuxAG3yF20Nk1WYcWLHGYFnjcceXpGYTYGBGbPhvjUAb7UyoFQBONtZ8Uim18U/DxHfpFlVTqbpyGHkG4Kqcb1fW+oOqp57H1zSuLaaiM4SBaqMGgj6SMrtRy6cFr/Zt/qwXD8jE1wKSfcSJm2e0SXsRM1Y2M0tSpYrwS0Slthg2Ovv5cGCbJmy/SU/DUW16hqNC9SWNUHUJysT/FXbWuwBTdd169O7oOyg/HY3zYg6rfB/X5Q05Zk/yfp1fX6z0R3ZLFCtXKSy6/N/RL5S1reUg6W9hPrSKvUXaXLPRjnNVrdkhj86lImbWiGl2PY3ithHmQ0S56U8e8Hdto9iJ2+un0k52nPYw2vLa/dKTyPu8Y6pD+bP+jB2R44bkBhQO9jEoEhjrYHSCL1dDb+/VHQWOLQbkAOfl7hP8gCTED7Cfs+Y+1/BQAA&quot;"/>
    <we:property name="creatorSessionId" value="&quot;127cea80-fcf1-48e9-8883-7eca43bcdb71&quot;"/>
    <we:property name="creatorTenantId" value="&quot;5cdc5b43-d7be-4caa-8173-729e3b0a62d9&quot;"/>
    <we:property name="creatorUserId" value="&quot;10032002EA4833CA&quot;"/>
    <we:property name="datasetId" value="&quot;99ea59fd-abd0-46d8-8e6a-995a2ca7ee7b&quot;"/>
    <we:property name="embedUrl" value="&quot;/reportEmbed?reportId=23d7f956-3165-4a71-9c99-a311032a0c22&amp;config=eyJjbHVzdGVyVXJsIjoiaHR0cHM6Ly9XQUJJLVVTLU5PUlRILUNFTlRSQUwtSC1QUklNQVJZLXJlZGlyZWN0LmFuYWx5c2lzLndpbmRvd3MubmV0IiwiZW1iZWRGZWF0dXJlcyI6eyJ1c2FnZU1ldHJpY3NWTmV4dCI6dHJ1ZX19&amp;disableSensitivityBanner=true&amp;storytellingChangeViewModeShortcutKeys=true&quot;"/>
    <we:property name="initialStateBookmark" value="&quot;H4sIAAAAAAAAA81UTU/cMBD9K5XVY1RtdmEpewshoIoCKxZxQSs0cSZZg2NHtrMlXeW/M3aCSlFVLqgll9jP43lvvrxjhbCNhO4CamQLdqT1Qw3m4VPMIqZG7PLy7Dy5Oru7SM4zgnXjhFaWLXbMganQ3QjbgvQeCLxdRwykXELldyVIixFr0FitQIqfOBjTkTMt9hHDx0ZqA97lyoFD73ZL5rQn7vjLjBiBO7HFFXI3oGUZ55jz+Qymc9wvOfLJHpnZwSAo+6OJdx3oU60cCEU0Htubf40PDud8f4b8MI7zyfRgEnwI6UaTvMseG0PRUcxd47OSktZKG8FBshCFQTuI3rFUy7YOq+w3fKVbw/EKy3CknHAdeVptEF3MekrG0mhKVUCPBVRKW2HDwUb/SA0SZcEWkz76ZypOURVo/iohKbagOKGv+ZOqMliBG7fZu4v7pmxrPPfdEkTxORyftGrskvhjik5Os7eFrgmxQlVyHJdfnXs96JfUvKlsLfUnFoOsVNe5TjdgnJ/R/J6GwbcuedKGanjUhe49FuZ5jKbRqzD+f8H69fOw0637F+M89vkQw3uP17oP38ussRrpZfML3TrbAMclKAzszeBEYLCj7gEakWJcG///LqgsQ9FuQLa+XuEdZIGE6ihyiW9c8K8jC7KCuictUTtuqAUAAA==&quot;"/>
    <we:property name="isFiltersActionButtonVisible" value="true"/>
    <we:property name="isVisualContainerHeaderHidden" value="false"/>
    <we:property name="pageDisplayName" value="&quot;Diagnosis vs Age_Gender&quot;"/>
    <we:property name="pageName" value="&quot;ff1bebc63a26e5fcec04&quot;"/>
    <we:property name="reportEmbeddedTime" value="&quot;2024-11-11T18:55:17.433Z&quot;"/>
    <we:property name="reportName" value="&quot;CareAndPrepare_sample&quot;"/>
    <we:property name="reportState" value="&quot;CONNECTED&quot;"/>
    <we:property name="reportUrl" value="&quot;/links/fha8cSn_FC?ctid=5cdc5b43-d7be-4caa-8173-729e3b0a62d9&amp;bookmarkGuid=019a939f-806c-4619-a823-1894e5b68971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afe72545-15e0-43d4-9a77-7cf1ae192694}">
  <we:reference id="WA200003233" version="2.0.0.3" store="en-001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91VUW/TMBD+K5WFtJcIJWnTNH1BaxkSEkIVhb2gCl3sS+rNtYPjlJUq/33nJIPCqvEyCcFb/d3Z99333aVHJmRdKTi8hx2yOVsYc7sDezuKWMB0j4UYh3ku8mkoEhAwiaZZRlFTOWl0zeZH5sCW6K5l3YDyDxH4mYVxEkJI9/g0zpJZhClO2SZgoNQKSp9TgKoxYBXa2mhQ8jv2T1DI2QbbgOFdpYwFX2jtwKEvtqd0OhOx6OWYeAB3co9r5K5HRZomEZ+AiDCeQZTzJEsore4TOr5nU/zTXfml0Q6kpjIeO9sG4YVUbkjJD1d3laWeSYlD5SW7FHvQHAXrWrBY94yP7LIsLZbghuPVL8GlUc3uDL42jeX4AYsupJ10B6qx3iK6iLUk08oaErFD3+q6sb72lxVI8aILv2n0IE7kj1vzbWmR1BRsHrbBD9JLgkpjJQf1iPezUnvFHtPYEFJLXaphBn7a8bFnx1VTk+AoFmCXW7DOj2B+Q656D+i2sQLt4tDZ8Frah3mIg98o/30L2s3D1NKtm5O5HBzoe3h2yTetj2ZFDlk4SbMUhEgFT9Jo4l96UvyvGobIqehsh7T3/sdWCoF6KCy7/T+y6uRI78MexSdHFno+HsFuaY7snfRgV/QaVOPrXVCypY/EaCd143BE3wzD/ahcUB9t3wr1kofZGNM8hSKdTUWShcVs/D/t5h+XooSGDPiHF6HtjTw3U6ZxdQUcV6DxzDyRd6CF1+nJSer+Y06G5h7jekp48QYAAA==&quot;"/>
    <we:property name="creatorSessionId" value="&quot;93b3988d-1e8d-4f06-8c7d-7e23c9c328dc&quot;"/>
    <we:property name="creatorTenantId" value="&quot;5cdc5b43-d7be-4caa-8173-729e3b0a62d9&quot;"/>
    <we:property name="creatorUserId" value="&quot;10032002EA4833CA&quot;"/>
    <we:property name="datasetId" value="&quot;99ea59fd-abd0-46d8-8e6a-995a2ca7ee7b&quot;"/>
    <we:property name="embedUrl" value="&quot;/reportEmbed?reportId=23d7f956-3165-4a71-9c99-a311032a0c22&amp;config=eyJjbHVzdGVyVXJsIjoiaHR0cHM6Ly9XQUJJLVVTLU5PUlRILUNFTlRSQUwtSC1QUklNQVJZLXJlZGlyZWN0LmFuYWx5c2lzLndpbmRvd3MubmV0IiwiZW1iZWRGZWF0dXJlcyI6eyJ1c2FnZU1ldHJpY3NWTmV4dCI6dHJ1ZX19&amp;disableSensitivityBanner=true&amp;storytellingChangeViewModeShortcutKeys=true&quot;"/>
    <we:property name="initialStateBookmark" value="&quot;H4sIAAAAAAAAA91VUW/TMBD+K8hC2kuFkrZZmr6gthQJjW3VCntB1XSJL6k31w6OU1aq/HfOTgaFVdvLJARvue/Od5+/+6zsGRdVKWF3ARtkYzbV+m4D5u5VyHpMddjl5dn55Ors5mJyPidYl1ZoVbHxnlkwBdprUdUgXQcCv6x6DKRcQOGiHGSFPVaiqbQCKb5jW0wpa2psegzvS6kNuJZLCxZd2y2VU0yzwzcDmgiZFVtcYmZblMdxFGZD4CH2RxCmWZREVFa1BZ7Z0RLX2o+faWVBKBrjsKAfBRCkPM1O+0k0CjHGU4fnQtquJN3N70tDt6M770qnyoRvQWXImb+CwaplvGeTojBYgO3C+W/JmZb15gi+1LXJ8Apzn1JW2B3NWK4RbcgakmlhNIno0Q+qqo2bfbMAwV/79PtadeKELlzrbzODpCZn46Dp/SQ9I6jQRmQgH/F+UWpv2WMaK0IqoQrZeeDXOj617DJZVyQ48imY2RqMdWZLb2mrbgd0WhuOZrrza3gnzIMf+r0/KP/9FTSrB9fSqdsDX3YbaO/w4pKvGpdN8hSSYBgnMXAe8yyKw6Hr9KT4XxV0mUPR2QbphbuPteAcVTdY+Je+Z+VBSP1hi/yzpRU6Pg5B/2j27KNwoB96DbJ2805OiG/TUibOaZAMME5jyOPRKY+SIB8N/qc3+Kz5C6hJ6H/Y8E27yGPe0bWtSshwAQqP+IZ2B4o7nZ50jP+XMD+ElBOpfM5i7g9zYLIftDQXAOwGAAA=&quot;"/>
    <we:property name="isFiltersActionButtonVisible" value="true"/>
    <we:property name="isVisualContainerHeaderHidden" value="false"/>
    <we:property name="pageDisplayName" value="&quot;Insurance providers&quot;"/>
    <we:property name="pageName" value="&quot;d7751c4ad1e28a1bc595&quot;"/>
    <we:property name="reportEmbeddedTime" value="&quot;2024-11-11T18:56:12.698Z&quot;"/>
    <we:property name="reportName" value="&quot;CareAndPrepare_sample&quot;"/>
    <we:property name="reportState" value="&quot;CONNECTED&quot;"/>
    <we:property name="reportUrl" value="&quot;/links/fha8cSn_FC?ctid=5cdc5b43-d7be-4caa-8173-729e3b0a62d9&amp;bookmarkGuid=addd5463-a4af-4517-a146-72a8cfd4e955&quot;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040636aa-842a-486f-adb3-5a8af5533f0d}">
  <we:reference id="WA200003233" version="2.0.0.3" store="en-001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81UTW/bMAz9K4POxmDHH/m4tV52GoZgGXoZcqAl2lErS4YsZ/UC//dRctpuwYABw4buZOmRIh8faZ6ZkH2nYPwILbINuzXmoQX78CZhEdMzJnhRxQUsV0VcYCZWiYA1WU3npNE925yZA9ugu5P9AMoHIvDLIWKg1A4af6tB9RixDm1vNCj5DWdnMjk74BQxfOyUseBD7h049GFP5E53opC8TSkjcCdPuEfuZnSByWKBVYxQFBXyOE1WQG797BCY/dLFhw7pS6MdSE1pPLZcZ6sshbRaxMs45yJb1tzjtVTu4lKN28fOUnVU89h5cUri2hgrOSgWqrDYz6TPrDRqaMNp+xO+N4Pl+AnrYNJOupEi7Y+ILmETibGzhqQKKPdGjx3N19IiZRNsE08HQnqpG3UR8qWmzzOvFjrfo+qexPDUpyf5KPb9DwJd+I+hpr9I+DB5PF2tMcUKsaizQuTA8zz7XyWNngnciBNoTuh19pumsdiAu1y3/47a+0Ffpjz/g+YrmulSDT1pjGLmVZq2MuURrLseC2MF2tt5AN5J+/R3LaKrOl6p+OnwCpMbhvdFJdYiLTh/MIPrO+C4A40hcTe/lxj8aFxAC9+lcLb++0FSG+Ym3YEafH/COmQhCfVNVgp/88AvSRZoBXbfAajjRr62BQAA&quot;"/>
    <we:property name="creatorSessionId" value="&quot;43719674-6d91-4f8f-8e61-10e0c34bde82&quot;"/>
    <we:property name="creatorTenantId" value="&quot;5cdc5b43-d7be-4caa-8173-729e3b0a62d9&quot;"/>
    <we:property name="creatorUserId" value="&quot;10032002EA4833CA&quot;"/>
    <we:property name="datasetId" value="&quot;99ea59fd-abd0-46d8-8e6a-995a2ca7ee7b&quot;"/>
    <we:property name="embedUrl" value="&quot;/reportEmbed?reportId=23d7f956-3165-4a71-9c99-a311032a0c22&amp;config=eyJjbHVzdGVyVXJsIjoiaHR0cHM6Ly9XQUJJLVVTLU5PUlRILUNFTlRSQUwtSC1QUklNQVJZLXJlZGlyZWN0LmFuYWx5c2lzLndpbmRvd3MubmV0IiwiZW1iZWRGZWF0dXJlcyI6eyJ1c2FnZU1ldHJpY3NWTmV4dCI6dHJ1ZX19&amp;disableSensitivityBanner=true&amp;storytellingChangeViewModeShortcutKeys=true&quot;"/>
    <we:property name="initialStateBookmark" value="&quot;H4sIAAAAAAAAA81UTW/bMAz9K4POxuCPOElzS73s0rUNmqGXIRhomXbUypIhy1m9wP99lOyuWzBgwLChO1l6ovgeH2mdWCHaRkJ/AzWyFbvU+rEG8/gmYgFTE3Z7e3W9vrv6fLO+3hCsGyu0atnqxCyYCu29aDuQLgOBn/YBAym3ULldCbLFgDVoWq1Aiq84BtORNR0OAcOnRmoDLuXOgkWX9kjhtCfu6G1CjMCtOOIOuR3RGKM4xjxEmM9z5GESLYHC2jHAK/tliEvt6TOtLAhFNA5bXMyWswSSPA4XYcqL2aLkDi+FtFNI3m+eGkPVUc1941zJSGuljeAgma/CYDuKPrFMy672q81P+E53huMdlv5IWWF7yrQ7INqIDWTG1miyyqPcHTrsoL9kBomtYKtw2BPSClXJyciXmj6OumpoXI/yBzLDSR+e7aPcDz8YNOnvfU1/UfB+cHiyvMAEc8R5OZsXKfA0nf2vlgbfBayLIyhO6Dn7uqoMVmCn7ebfSXvfqWnK0z9ovqSZzmTXksdYjLoyXec6O4Cx52OhTYHmchyAd8I8/11xcFbHKxU/7F9hcv3wvrjEaqQHzi10Z9sGOG5BoSduxvsCfRyNC6jCdcmvjft+ENSGsUn3IDvXH/8cMk9CfRO5xN9ccI8k87K8um/H38OGrwUAAA==&quot;"/>
    <we:property name="isFiltersActionButtonVisible" value="true"/>
    <we:property name="isVisualContainerHeaderHidden" value="false"/>
    <we:property name="pageDisplayName" value="&quot;Geography&quot;"/>
    <we:property name="pageName" value="&quot;2e122eb0ea66bec0318a&quot;"/>
    <we:property name="reportEmbeddedTime" value="&quot;2024-11-11T18:56:52.392Z&quot;"/>
    <we:property name="reportName" value="&quot;CareAndPrepare_sample&quot;"/>
    <we:property name="reportState" value="&quot;CONNECTED&quot;"/>
    <we:property name="reportUrl" value="&quot;/links/fha8cSn_FC?ctid=5cdc5b43-d7be-4caa-8173-729e3b0a62d9&amp;bookmarkGuid=357fcd3e-f800-4a17-bb2c-5dce7ce8489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  <Last_x0020_Modified_x0020_by xmlns="f577acbf-5b0b-4b4f-9948-268e97f8d3a4">
      <UserInfo>
        <DisplayName/>
        <AccountId xsi:nil="true"/>
        <AccountType/>
      </UserInfo>
    </Last_x0020_Modified_x0020_by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7" ma:contentTypeDescription="Create a new document." ma:contentTypeScope="" ma:versionID="494388dab000d3589ee33216531581af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bac03f58105d2ec42145d3be0283fbe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  <xsd:element ref="ns2:Last_x0020_Modified_x0020_b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Last_x0020_Modified_x0020_by" ma:index="22" nillable="true" ma:displayName="Last Modified by" ma:description="Last Modified by" ma:format="Dropdown" ma:list="UserInfo" ma:SharePointGroup="0" ma:internalName="Last_x0020_Modified_x0020_by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www.w3.org/XML/1998/namespace"/>
    <ds:schemaRef ds:uri="http://purl.org/dc/dcmitype/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b1e4d6ee-9f6f-43f8-a618-24f3d84da28f"/>
    <ds:schemaRef ds:uri="f577acbf-5b0b-4b4f-9948-268e97f8d3a4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E9F6B6F-3551-427A-B903-8EA2D9F78B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15</Words>
  <Application>Microsoft Macintosh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Segoe UI Light</vt:lpstr>
      <vt:lpstr>Office Theme</vt:lpstr>
      <vt:lpstr>Microsoft Power BI</vt:lpstr>
      <vt:lpstr>Microsoft Power BI</vt:lpstr>
      <vt:lpstr>Microsoft Power BI</vt:lpstr>
      <vt:lpstr>Microsoft Power BI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Kanumala, Ajay</cp:lastModifiedBy>
  <cp:revision>24</cp:revision>
  <dcterms:created xsi:type="dcterms:W3CDTF">2024-11-11T18:48:11Z</dcterms:created>
  <dcterms:modified xsi:type="dcterms:W3CDTF">2026-01-11T00:23:53Z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